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B27049A-1F1F-4C4F-9EB1-54EC21154181}" type="datetimeFigureOut">
              <a:rPr lang="ru-BY" smtClean="0"/>
              <a:t>25.06.2020</a:t>
            </a:fld>
            <a:endParaRPr lang="ru-B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BY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ADC6EB-3093-455C-8665-A3E1EBAA3D77}" type="slidenum">
              <a:rPr lang="ru-BY" smtClean="0"/>
              <a:t>‹#›</a:t>
            </a:fld>
            <a:endParaRPr lang="ru-BY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274495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49A-1F1F-4C4F-9EB1-54EC21154181}" type="datetimeFigureOut">
              <a:rPr lang="ru-BY" smtClean="0"/>
              <a:t>25.06.2020</a:t>
            </a:fld>
            <a:endParaRPr lang="ru-B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C6EB-3093-455C-8665-A3E1EBAA3D77}" type="slidenum">
              <a:rPr lang="ru-BY" smtClean="0"/>
              <a:t>‹#›</a:t>
            </a:fld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807981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27049A-1F1F-4C4F-9EB1-54EC21154181}" type="datetimeFigureOut">
              <a:rPr lang="ru-BY" smtClean="0"/>
              <a:t>25.06.2020</a:t>
            </a:fld>
            <a:endParaRPr lang="ru-B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BY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ADC6EB-3093-455C-8665-A3E1EBAA3D77}" type="slidenum">
              <a:rPr lang="ru-BY" smtClean="0"/>
              <a:t>‹#›</a:t>
            </a:fld>
            <a:endParaRPr lang="ru-BY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548714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49A-1F1F-4C4F-9EB1-54EC21154181}" type="datetimeFigureOut">
              <a:rPr lang="ru-BY" smtClean="0"/>
              <a:t>25.06.2020</a:t>
            </a:fld>
            <a:endParaRPr lang="ru-BY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C6EB-3093-455C-8665-A3E1EBAA3D77}" type="slidenum">
              <a:rPr lang="ru-BY" smtClean="0"/>
              <a:t>‹#›</a:t>
            </a:fld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594892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49A-1F1F-4C4F-9EB1-54EC21154181}" type="datetimeFigureOut">
              <a:rPr lang="ru-BY" smtClean="0"/>
              <a:t>25.06.2020</a:t>
            </a:fld>
            <a:endParaRPr lang="ru-BY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C6EB-3093-455C-8665-A3E1EBAA3D77}" type="slidenum">
              <a:rPr lang="ru-BY" smtClean="0"/>
              <a:t>‹#›</a:t>
            </a:fld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14954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49A-1F1F-4C4F-9EB1-54EC21154181}" type="datetimeFigureOut">
              <a:rPr lang="ru-BY" smtClean="0"/>
              <a:t>25.06.2020</a:t>
            </a:fld>
            <a:endParaRPr lang="ru-B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C6EB-3093-455C-8665-A3E1EBAA3D77}" type="slidenum">
              <a:rPr lang="ru-BY" smtClean="0"/>
              <a:t>‹#›</a:t>
            </a:fld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65777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49A-1F1F-4C4F-9EB1-54EC21154181}" type="datetimeFigureOut">
              <a:rPr lang="ru-BY" smtClean="0"/>
              <a:t>25.06.2020</a:t>
            </a:fld>
            <a:endParaRPr lang="ru-BY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C6EB-3093-455C-8665-A3E1EBAA3D77}" type="slidenum">
              <a:rPr lang="ru-BY" smtClean="0"/>
              <a:t>‹#›</a:t>
            </a:fld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35858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27049A-1F1F-4C4F-9EB1-54EC21154181}" type="datetimeFigureOut">
              <a:rPr lang="ru-BY" smtClean="0"/>
              <a:t>25.06.2020</a:t>
            </a:fld>
            <a:endParaRPr lang="ru-BY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BY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ADC6EB-3093-455C-8665-A3E1EBAA3D77}" type="slidenum">
              <a:rPr lang="ru-BY" smtClean="0"/>
              <a:t>‹#›</a:t>
            </a:fld>
            <a:endParaRPr lang="ru-BY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71193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27049A-1F1F-4C4F-9EB1-54EC21154181}" type="datetimeFigureOut">
              <a:rPr lang="ru-BY" smtClean="0"/>
              <a:t>25.06.2020</a:t>
            </a:fld>
            <a:endParaRPr lang="ru-BY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BY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ADC6EB-3093-455C-8665-A3E1EBAA3D77}" type="slidenum">
              <a:rPr lang="ru-BY" smtClean="0"/>
              <a:t>‹#›</a:t>
            </a:fld>
            <a:endParaRPr lang="ru-BY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1837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49A-1F1F-4C4F-9EB1-54EC21154181}" type="datetimeFigureOut">
              <a:rPr lang="ru-BY" smtClean="0"/>
              <a:t>25.06.2020</a:t>
            </a:fld>
            <a:endParaRPr lang="ru-B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C6EB-3093-455C-8665-A3E1EBAA3D77}" type="slidenum">
              <a:rPr lang="ru-BY" smtClean="0"/>
              <a:t>‹#›</a:t>
            </a:fld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149017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049A-1F1F-4C4F-9EB1-54EC21154181}" type="datetimeFigureOut">
              <a:rPr lang="ru-BY" smtClean="0"/>
              <a:t>25.06.2020</a:t>
            </a:fld>
            <a:endParaRPr lang="ru-B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C6EB-3093-455C-8665-A3E1EBAA3D77}" type="slidenum">
              <a:rPr lang="ru-BY" smtClean="0"/>
              <a:t>‹#›</a:t>
            </a:fld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002845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B27049A-1F1F-4C4F-9EB1-54EC21154181}" type="datetimeFigureOut">
              <a:rPr lang="ru-BY" smtClean="0"/>
              <a:t>25.06.2020</a:t>
            </a:fld>
            <a:endParaRPr lang="ru-B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BY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3ADC6EB-3093-455C-8665-A3E1EBAA3D77}" type="slidenum">
              <a:rPr lang="ru-BY" smtClean="0"/>
              <a:t>‹#›</a:t>
            </a:fld>
            <a:endParaRPr lang="ru-BY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9744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AFFA77-AA96-49E0-BBA9-DA5849ED6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1179590"/>
            <a:ext cx="8361229" cy="954746"/>
          </a:xfrm>
        </p:spPr>
        <p:txBody>
          <a:bodyPr/>
          <a:lstStyle/>
          <a:p>
            <a:r>
              <a:rPr lang="ru-RU" sz="6600" dirty="0"/>
              <a:t>Дипломный проект</a:t>
            </a:r>
            <a:endParaRPr lang="ru-BY" sz="6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FB12AD-D032-445C-84B0-D444779CB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8573" y="2134336"/>
            <a:ext cx="7294852" cy="1086237"/>
          </a:xfrm>
        </p:spPr>
        <p:txBody>
          <a:bodyPr>
            <a:normAutofit fontScale="925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Тема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u="sng" dirty="0"/>
              <a:t> </a:t>
            </a:r>
            <a:r>
              <a:rPr lang="ru-RU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«Автоматизация контроля измерительного оборудования»</a:t>
            </a:r>
            <a:endParaRPr lang="ru-BY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91A476C-A6C9-4A2C-8337-E2B4B0C4E556}"/>
              </a:ext>
            </a:extLst>
          </p:cNvPr>
          <p:cNvSpPr txBox="1">
            <a:spLocks/>
          </p:cNvSpPr>
          <p:nvPr/>
        </p:nvSpPr>
        <p:spPr>
          <a:xfrm>
            <a:off x="1243228" y="4470411"/>
            <a:ext cx="1915609" cy="537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Разработчик</a:t>
            </a:r>
            <a:r>
              <a:rPr lang="en-US" dirty="0"/>
              <a:t>:</a:t>
            </a:r>
            <a:endParaRPr lang="ru-BY" u="sng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F719DD05-5962-4022-AB03-FE4E9B3922B3}"/>
              </a:ext>
            </a:extLst>
          </p:cNvPr>
          <p:cNvSpPr txBox="1">
            <a:spLocks/>
          </p:cNvSpPr>
          <p:nvPr/>
        </p:nvSpPr>
        <p:spPr>
          <a:xfrm>
            <a:off x="1243228" y="5018757"/>
            <a:ext cx="2178845" cy="537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Руководитель</a:t>
            </a:r>
            <a:r>
              <a:rPr lang="en-US" dirty="0"/>
              <a:t>:</a:t>
            </a:r>
            <a:endParaRPr lang="ru-BY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176E20D1-2BCF-4DC2-B83C-F37C1B769AFA}"/>
              </a:ext>
            </a:extLst>
          </p:cNvPr>
          <p:cNvSpPr txBox="1">
            <a:spLocks/>
          </p:cNvSpPr>
          <p:nvPr/>
        </p:nvSpPr>
        <p:spPr>
          <a:xfrm>
            <a:off x="9260356" y="4470410"/>
            <a:ext cx="1688416" cy="537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Буцаев В.И.</a:t>
            </a:r>
            <a:endParaRPr lang="ru-BY" u="sng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12920D93-C74E-4464-B4BA-2CE30D77A339}"/>
              </a:ext>
            </a:extLst>
          </p:cNvPr>
          <p:cNvSpPr txBox="1">
            <a:spLocks/>
          </p:cNvSpPr>
          <p:nvPr/>
        </p:nvSpPr>
        <p:spPr>
          <a:xfrm>
            <a:off x="9260356" y="5008301"/>
            <a:ext cx="1688416" cy="537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 err="1"/>
              <a:t>Манюк</a:t>
            </a:r>
            <a:r>
              <a:rPr lang="ru-RU" dirty="0"/>
              <a:t> М.Г.</a:t>
            </a:r>
            <a:endParaRPr lang="ru-BY" u="sng" dirty="0"/>
          </a:p>
        </p:txBody>
      </p:sp>
    </p:spTree>
    <p:extLst>
      <p:ext uri="{BB962C8B-B14F-4D97-AF65-F5344CB8AC3E}">
        <p14:creationId xmlns:p14="http://schemas.microsoft.com/office/powerpoint/2010/main" val="2388796624"/>
      </p:ext>
    </p:extLst>
  </p:cSld>
  <p:clrMapOvr>
    <a:masterClrMapping/>
  </p:clrMapOvr>
  <p:transition spd="slow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3C589-E0D9-43B7-A15F-D65B35CF9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726" y="0"/>
            <a:ext cx="11499273" cy="67887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Средства реализации</a:t>
            </a:r>
            <a:endParaRPr lang="ru-BY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5AF442-94B0-428E-B795-B6D98C4BC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26" y="678873"/>
            <a:ext cx="5403274" cy="6179127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реализована в среде 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 2012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https://innov8tiv.com/wp-content/uploads/2014/08/SQL-server-2012-1.png">
            <a:extLst>
              <a:ext uri="{FF2B5EF4-FFF2-40B4-BE49-F238E27FC236}">
                <a16:creationId xmlns:a16="http://schemas.microsoft.com/office/drawing/2014/main" id="{93361E3D-B83F-4A9B-99A7-C908733EF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18" y="2146921"/>
            <a:ext cx="4730528" cy="3483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8E9ACDD7-C7C9-4A9E-B42D-3B3FAAFCC9C5}"/>
              </a:ext>
            </a:extLst>
          </p:cNvPr>
          <p:cNvSpPr txBox="1">
            <a:spLocks/>
          </p:cNvSpPr>
          <p:nvPr/>
        </p:nvSpPr>
        <p:spPr>
          <a:xfrm>
            <a:off x="6208437" y="678874"/>
            <a:ext cx="5403274" cy="6082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реализована в среде 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Visual Studio 2015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Tutorial Deutsch - Download und Installation Visual Studio ...">
            <a:extLst>
              <a:ext uri="{FF2B5EF4-FFF2-40B4-BE49-F238E27FC236}">
                <a16:creationId xmlns:a16="http://schemas.microsoft.com/office/drawing/2014/main" id="{7267E44B-7EC7-45FE-AE2A-2A710A6C0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077" y="2146922"/>
            <a:ext cx="5403273" cy="348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8487546"/>
      </p:ext>
    </p:extLst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D3BD6FB-4264-4809-A4B6-1ABF2E59610E}"/>
              </a:ext>
            </a:extLst>
          </p:cNvPr>
          <p:cNvSpPr txBox="1">
            <a:spLocks/>
          </p:cNvSpPr>
          <p:nvPr/>
        </p:nvSpPr>
        <p:spPr>
          <a:xfrm>
            <a:off x="692726" y="0"/>
            <a:ext cx="11499273" cy="6788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Описание предметной области</a:t>
            </a:r>
            <a:endParaRPr lang="ru-BY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2D5747DF-3728-4C4D-8871-8E4CF94DE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26" y="678874"/>
            <a:ext cx="11499272" cy="249564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задача проекта – автоматизация контроля измерительного оборудования. Предметы, которые создаются на предприятии, должны быть качественными, и точными, поэтому важно учесть каждый миллиметр при их разработке, для этого и служат средства измерений, чтобы не допустить отклонений от нормы. Точность очень важна в данном случаем, поэтому необходимо, чтобы измерительные приборы, вовремя проходили свою калибровку, чтобы у них не было никаких отклонений. Вести учёт большого количества приборов в программном средстве 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не удобно, поскольку легко потерять нужный прибор, и отсутствуют дополнительные функции, которые могли бы облегчить учёт. 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Сертификация измерительных приборов (средств измерения)">
            <a:extLst>
              <a:ext uri="{FF2B5EF4-FFF2-40B4-BE49-F238E27FC236}">
                <a16:creationId xmlns:a16="http://schemas.microsoft.com/office/drawing/2014/main" id="{87373F0C-D734-41F1-8EE7-62A88A562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688" y="3422800"/>
            <a:ext cx="3143250" cy="14573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Что относится к средствам измерения в метрологии">
            <a:extLst>
              <a:ext uri="{FF2B5EF4-FFF2-40B4-BE49-F238E27FC236}">
                <a16:creationId xmlns:a16="http://schemas.microsoft.com/office/drawing/2014/main" id="{FC2D373C-93B6-4C74-A7C7-1D362B53F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7778" y="3358730"/>
            <a:ext cx="4076700" cy="1123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Знак утверждения типа средств измерений - Звоните!">
            <a:extLst>
              <a:ext uri="{FF2B5EF4-FFF2-40B4-BE49-F238E27FC236}">
                <a16:creationId xmlns:a16="http://schemas.microsoft.com/office/drawing/2014/main" id="{5773342C-0481-4D31-BBA9-3863F9EC4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887" y="5199303"/>
            <a:ext cx="3028950" cy="1514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130007"/>
      </p:ext>
    </p:extLst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CD888B1-9DF9-40E8-8C02-F09215516446}"/>
              </a:ext>
            </a:extLst>
          </p:cNvPr>
          <p:cNvSpPr txBox="1">
            <a:spLocks/>
          </p:cNvSpPr>
          <p:nvPr/>
        </p:nvSpPr>
        <p:spPr>
          <a:xfrm>
            <a:off x="692726" y="0"/>
            <a:ext cx="11499273" cy="6788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Входная информация</a:t>
            </a:r>
            <a:endParaRPr lang="ru-BY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020AF88-53A7-4328-BFE3-7F6CDAF3C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26" y="678874"/>
            <a:ext cx="11392882" cy="617912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Входной информацией в данном проекте являются справочные данные о средствах измерения, ответственных, а так же данные 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поверителях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Входной информацией о средствах является следующая информация: 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наименование средства; 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тип средства;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предел измерений.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Входной информацией об ответственных является следующая информация: 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фамилия имя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отчетсво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должность;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место работы;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дата начала работы.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Входной информацией 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поверителях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следующая информация: 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фамилия, имя,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отчетсво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адрес;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место работы;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контактный телефон.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входные данные вводятся пользователем с клавиатуры в экранные формы, а затем сохраняются в базе данных.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12015"/>
      </p:ext>
    </p:extLst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A103434-9049-496F-9E15-935C609A1EF8}"/>
              </a:ext>
            </a:extLst>
          </p:cNvPr>
          <p:cNvSpPr txBox="1">
            <a:spLocks/>
          </p:cNvSpPr>
          <p:nvPr/>
        </p:nvSpPr>
        <p:spPr>
          <a:xfrm>
            <a:off x="692726" y="0"/>
            <a:ext cx="11499273" cy="6788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Выходная информация</a:t>
            </a:r>
            <a:endParaRPr lang="ru-BY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F7A956F-02B1-4E13-A2C3-1817A515E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26" y="678874"/>
            <a:ext cx="11392882" cy="6179126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выходной информации следует отнести:</a:t>
            </a:r>
            <a:endParaRPr lang="ru-BY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документы о результатах поверки;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график поверок;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 отчеты.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594357"/>
      </p:ext>
    </p:extLst>
  </p:cSld>
  <p:clrMapOvr>
    <a:masterClrMapping/>
  </p:clrMapOvr>
  <p:transition spd="slow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EBF0A90-0E85-4E89-8636-92DF40C92376}"/>
              </a:ext>
            </a:extLst>
          </p:cNvPr>
          <p:cNvSpPr txBox="1">
            <a:spLocks/>
          </p:cNvSpPr>
          <p:nvPr/>
        </p:nvSpPr>
        <p:spPr>
          <a:xfrm>
            <a:off x="692726" y="0"/>
            <a:ext cx="11499273" cy="6788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Функциональная модель</a:t>
            </a:r>
            <a:endParaRPr lang="ru-BY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B549453-EFDE-41A4-B331-53CEDD0D1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049" y="785192"/>
            <a:ext cx="9713369" cy="583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4644"/>
      </p:ext>
    </p:extLst>
  </p:cSld>
  <p:clrMapOvr>
    <a:masterClrMapping/>
  </p:clrMapOvr>
  <p:transition spd="slow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F33E2D6-A2DD-472D-938B-7E2CF153C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748" y="1"/>
            <a:ext cx="9601196" cy="7620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модель базы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E20023-9314-440C-A7AB-F9D4676CE0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77183" y="762001"/>
            <a:ext cx="10035944" cy="581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67285"/>
      </p:ext>
    </p:extLst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419DE2A-3D5F-40C2-BAAA-52ECF3890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6" y="1"/>
            <a:ext cx="11471564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программы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8D4165E-8FC8-4D9C-B2DB-2AC4E9585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26" y="678874"/>
            <a:ext cx="11392882" cy="1371599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данного проекта построен таким образом, чтобы он был понятен любому пользователю, т. е.  пользователь может сам интуитивно разобраться в программе. Простой и интуитивно понятный интерфейс – одно из главных на сегодняшний день требований, предъявляемых к разрабатываемым программам. При разработке интерфейса данного программного продукта использовались сторонние элементы управления пользовательским интерфейсом. Они имеют название «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Bunifu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2D0A87D-E77E-42F9-9113-D4617A66A0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48616" y="2050473"/>
            <a:ext cx="5037859" cy="278955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4754681-23C4-4AAF-8389-C0B72B6AB1D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105527" y="3467100"/>
            <a:ext cx="61055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241023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71382E9A-A074-4772-9380-319E9D4B87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727" y="0"/>
            <a:ext cx="6720044" cy="35814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38B2AE-2711-40BA-983D-A5565F78E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749" y="2906290"/>
            <a:ext cx="8021782" cy="39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61920"/>
      </p:ext>
    </p:extLst>
  </p:cSld>
  <p:clrMapOvr>
    <a:masterClrMapping/>
  </p:clrMapOvr>
  <p:transition spd="slow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1698E22-AE7D-40C7-8F1B-444329DDF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6" y="1"/>
            <a:ext cx="11471564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отчётов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275186-2DFB-490D-8CA0-EB2E7CE2E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6" y="762001"/>
            <a:ext cx="4706017" cy="383770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68678A-4649-45D6-951C-0EF2A3453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164" y="762001"/>
            <a:ext cx="5578853" cy="19719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3F979AB-AF15-4802-8B23-47485D1F4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165" y="3020291"/>
            <a:ext cx="5578852" cy="383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92747"/>
      </p:ext>
    </p:extLst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CF585BF-3F9F-4370-BF62-93A895D7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6" y="1"/>
            <a:ext cx="11471564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4BAE9EE-A66B-49A0-9D0D-251C076EA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118" y="2618508"/>
            <a:ext cx="11392882" cy="983671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тестирования программного продукта, выявленные дефекты были устранены. На данный момент программа является работоспособной и справляется со своей задачей не нарушая работу системы.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9C4ACF6-6EB4-482F-A272-0AC013D9C889}"/>
              </a:ext>
            </a:extLst>
          </p:cNvPr>
          <p:cNvSpPr txBox="1">
            <a:spLocks/>
          </p:cNvSpPr>
          <p:nvPr/>
        </p:nvSpPr>
        <p:spPr>
          <a:xfrm>
            <a:off x="720436" y="762001"/>
            <a:ext cx="11392882" cy="1856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тестирования белого ящика заключается в проверке внутреннего кода программы. Метод тестирования черного ящика заключается в проверке программного продукта путем ввода в программу некоторых тестирующих данных и проверки выходной информации. В случае неправильности выходной информации в программе отыскиваются ошибки, которые привели к неточности в расчетах выходной информации.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321865"/>
      </p:ext>
    </p:extLst>
  </p:cSld>
  <p:clrMapOvr>
    <a:masterClrMapping/>
  </p:clrMapOvr>
  <p:transition spd="slow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8DFC81A-EBCC-454A-AD1D-237034E31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6" y="1"/>
            <a:ext cx="11471564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Экономический эффект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F374D11-B162-420F-BFF4-FFF7B850107E}"/>
              </a:ext>
            </a:extLst>
          </p:cNvPr>
          <p:cNvSpPr txBox="1">
            <a:spLocks/>
          </p:cNvSpPr>
          <p:nvPr/>
        </p:nvSpPr>
        <p:spPr>
          <a:xfrm>
            <a:off x="799118" y="762001"/>
            <a:ext cx="11392882" cy="1856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Исходя, из проведенных исследований программу целесообразно использовать в автоматизированной деятельности организации, так как она позволяет сэкономить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часа рабочего времени в год.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Экономический эффект от внедрения программного средства «Автоматизация контроля измерительного оборудования» составит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806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рублей.</a:t>
            </a:r>
          </a:p>
        </p:txBody>
      </p:sp>
      <p:pic>
        <p:nvPicPr>
          <p:cNvPr id="1026" name="Picture 2" descr="stonks - YouTube">
            <a:extLst>
              <a:ext uri="{FF2B5EF4-FFF2-40B4-BE49-F238E27FC236}">
                <a16:creationId xmlns:a16="http://schemas.microsoft.com/office/drawing/2014/main" id="{EC2FCC44-31C2-45DC-9438-0AEE151C8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36" y="5915024"/>
            <a:ext cx="1676400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084424"/>
      </p:ext>
    </p:extLst>
  </p:cSld>
  <p:clrMapOvr>
    <a:masterClrMapping/>
  </p:clrMapOvr>
  <p:transition spd="slow">
    <p:wheel spokes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091FEF3-1DD5-4266-A023-E55F5D019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6" y="1"/>
            <a:ext cx="11471564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8C88681-D5C2-4FE1-89D2-094324FFD132}"/>
              </a:ext>
            </a:extLst>
          </p:cNvPr>
          <p:cNvSpPr txBox="1">
            <a:spLocks/>
          </p:cNvSpPr>
          <p:nvPr/>
        </p:nvSpPr>
        <p:spPr>
          <a:xfrm>
            <a:off x="799118" y="762001"/>
            <a:ext cx="11392882" cy="6095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Данный программный продукт был разработан в среде программирования 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так как эта среда обладает широким спектром возможностей, которые можно внедрить в свой программный продукт.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написании данного программного продукта все поставленные задачи были выполнены. Однако данный программный продукт можно будет доработать и улучшить.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Разрабатываемое программное средство оснащено интуитивно понятным и удобным интерфейсом, что облегчает и ускоряют работу с данным программным продуктом.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Разработанное программное средство было протестировано с использованием методов «белого» и «черного» ящиков и разработанных на каждый пункт спецификации тестов.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выполнения дипломного проекта были усовершенствованы знания в области объектно-ориентированного программирования, разработке баз данных, приобретены навыки использования научно-технической и экономической информации.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работает стабильно.</a:t>
            </a:r>
            <a:endParaRPr lang="ru-B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704179357"/>
      </p:ext>
    </p:extLst>
  </p:cSld>
  <p:clrMapOvr>
    <a:masterClrMapping/>
  </p:clrMapOvr>
  <p:transition spd="slow">
    <p:wheel spokes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374AA2F-66C1-440A-B510-48882EB5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6" y="3048000"/>
            <a:ext cx="11471564" cy="76200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362700465"/>
      </p:ext>
    </p:extLst>
  </p:cSld>
  <p:clrMapOvr>
    <a:masterClrMapping/>
  </p:clrMapOvr>
  <p:transition spd="slow">
    <p:wheel spokes="1"/>
  </p:transition>
</p:sld>
</file>

<file path=ppt/theme/theme1.xml><?xml version="1.0" encoding="utf-8"?>
<a:theme xmlns:a="http://schemas.openxmlformats.org/drawingml/2006/main" name="Уголки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251</TotalTime>
  <Words>612</Words>
  <Application>Microsoft Office PowerPoint</Application>
  <PresentationFormat>Широкоэкранный</PresentationFormat>
  <Paragraphs>53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Franklin Gothic Book</vt:lpstr>
      <vt:lpstr>Times New Roman</vt:lpstr>
      <vt:lpstr>Уголки</vt:lpstr>
      <vt:lpstr>Дипломный проект</vt:lpstr>
      <vt:lpstr>Средства реализации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Информационная модель базы данных</vt:lpstr>
      <vt:lpstr>Интерфейс программы</vt:lpstr>
      <vt:lpstr>Презентация PowerPoint</vt:lpstr>
      <vt:lpstr>Примеры отчётов</vt:lpstr>
      <vt:lpstr>Тестирование</vt:lpstr>
      <vt:lpstr>Экономический эффект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popelizaxar@mail.ru</dc:creator>
  <cp:lastModifiedBy>popelizaxar@mail.ru</cp:lastModifiedBy>
  <cp:revision>12</cp:revision>
  <dcterms:created xsi:type="dcterms:W3CDTF">2020-06-24T08:13:49Z</dcterms:created>
  <dcterms:modified xsi:type="dcterms:W3CDTF">2020-06-25T21:30:07Z</dcterms:modified>
</cp:coreProperties>
</file>